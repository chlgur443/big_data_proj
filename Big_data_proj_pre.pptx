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AE88E-8E1D-3163-77D3-481479F5A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CCDBBC-9EB1-EE6A-89F6-C84DE79D9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434653-A792-46B4-E7F8-300C33EE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C1DDD-794F-DB66-3F46-5E436A49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B71A06-596D-F3E3-3908-4D750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09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EB722-2829-633D-AC15-5F84F765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9966B-54FE-14D4-6AE5-30BBA139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9842B-77A7-FB04-1B81-2E79F8EA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F76543-F269-24FA-21BA-51201D19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0803B-B3E2-3BA6-0DF7-8ACB1345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4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0FBB9-3CAB-B661-86EA-4CE02C6F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95147-826D-B7F7-D9BF-9F31D83F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B05FB-1BEE-823A-6C49-8CCC7B47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7C53D-A883-68FB-82A2-0A526F27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4C61-50D0-259D-486F-B57EE6CC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79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46430-ED00-C8EA-E034-C6EEC3B3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052CA8-5885-E793-6C1E-924F0FE4B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5738FF-E022-2223-B25D-E615C2728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EA12E5-8643-A772-95B3-6939C282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55C124-C51E-AF29-A546-7632C570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16629-6D02-D7D8-B2F4-EB306F9A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1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D9F0B-49D6-8146-0A11-1BC31B09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DB731D-86D9-4787-ED51-8528EA8FB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C7B689-23A9-6BD6-D78F-5B264A79A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A61A57-05D2-6751-B818-757CF4F4D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261835-BFD5-AA3A-C0DC-571E1848D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31F077-3089-0D60-F2B7-5ABC049F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92C319-A459-1F5E-5FE8-731CADBC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F9C05E-9A61-5542-27A6-C30F248F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6494C-0B7F-99E9-76ED-9B90BC7C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8FD980-6BDC-7089-8B21-8221D98F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94C335-2D63-8EC2-3C55-26BF2103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FAED1F-690E-4E93-35B4-40FA838B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5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59CE80-6ECF-B603-3AF9-E873AAF8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87FE33-D33B-AD7F-F229-B74ABEB7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04FA37-ACC8-BE96-2BA4-0DF99C68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56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D38D1-BB0C-52AA-00E1-269D904E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DD01AA-4785-310D-788B-4488311A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9A3048-08E3-6854-CF0A-2F4FD28C0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F540E1-26B5-B8D5-ABFE-448406E0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87146D-7119-F73E-7246-1C71D4BD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3EDB57-55D8-B5D9-AE69-DAC9D74A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6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43D55-454C-F2F4-D9E3-6BF9D23C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5C5D41-552E-0C6C-11C7-1E09DF767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784E31-7BFB-BAD0-2010-C29FEF22F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26109B-1EEE-398D-5488-C0D5FF22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FD900D-2728-DD16-14D7-C8648152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A80B30-A41F-FFFA-8D86-8A4B7C39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7796-6BC5-E73C-B3B1-A964E6D2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C3A4AD-5B50-B6F7-A6DB-39C5BAAA2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47003-400A-E47E-F2F5-2882B0EF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D092D-D377-7E57-0142-F2855DDD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8E338-0192-625C-2B28-8B4AF3ED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58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963C2B-FA69-AAA5-B207-C3DDC2478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4E063A-1282-11F6-70F0-7E7151FD6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E12F16-4248-9BC7-FE70-2A074DE8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AC926F-606B-C10F-4DBC-9E95CBC7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0CFC98-E36B-5CCC-D066-825307FE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74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DE0E5C-279B-9D45-650D-62C0F7AD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B7C46-08B1-A588-B796-5647BB50B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02EC9-7CCB-44BB-C7B7-E6DFF5748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6B7D0-CD38-428A-9124-1F4746FE6551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88D18-6E90-3335-426F-F4ECE0241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85B99-5EE7-005F-4FD3-2ACF2CF26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E5D54-ADA8-4900-87A9-1A82B4862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72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CE5DA-15C5-FBE9-6ED8-9DC555AA4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빅데이터 프로젝트</a:t>
            </a:r>
            <a:br>
              <a:rPr lang="en-US" altLang="ko-KR" dirty="0"/>
            </a:br>
            <a:r>
              <a:rPr lang="ko-KR" altLang="en-US" dirty="0"/>
              <a:t>진행상황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AA6D65-4E5E-203D-C2DD-F8089B945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202144053 </a:t>
            </a:r>
            <a:r>
              <a:rPr lang="ko-KR" altLang="en-US" dirty="0"/>
              <a:t>최혁</a:t>
            </a:r>
          </a:p>
        </p:txBody>
      </p:sp>
    </p:spTree>
    <p:extLst>
      <p:ext uri="{BB962C8B-B14F-4D97-AF65-F5344CB8AC3E}">
        <p14:creationId xmlns:p14="http://schemas.microsoft.com/office/powerpoint/2010/main" val="579118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62369-4D81-67CD-B159-E48B0C9F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DD5B9-8294-441B-B32C-CDABD64C4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Csv</a:t>
            </a:r>
            <a:r>
              <a:rPr lang="ko-KR" altLang="en-US" dirty="0"/>
              <a:t>파일 추가</a:t>
            </a:r>
            <a:br>
              <a:rPr lang="en-US" altLang="ko-KR" dirty="0"/>
            </a:br>
            <a:r>
              <a:rPr lang="ko-KR" altLang="en-US" dirty="0"/>
              <a:t>서울시 지하철 호선별 역별 시간대별 </a:t>
            </a:r>
            <a:r>
              <a:rPr lang="ko-KR" altLang="en-US" dirty="0" err="1"/>
              <a:t>승하차</a:t>
            </a:r>
            <a:r>
              <a:rPr lang="ko-KR" altLang="en-US" dirty="0"/>
              <a:t> 인원 정보</a:t>
            </a:r>
            <a:r>
              <a:rPr lang="en-US" altLang="ko-KR" dirty="0"/>
              <a:t>.csv</a:t>
            </a:r>
          </a:p>
          <a:p>
            <a:pPr marL="0" indent="0">
              <a:buNone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br>
              <a:rPr lang="en-US" altLang="ko-KR" dirty="0"/>
            </a:br>
            <a:r>
              <a:rPr lang="ko-KR" altLang="en-US" dirty="0" err="1"/>
              <a:t>컬럼명</a:t>
            </a:r>
            <a:r>
              <a:rPr lang="ko-KR" altLang="en-US" dirty="0"/>
              <a:t> 변경</a:t>
            </a:r>
            <a:br>
              <a:rPr lang="en-US" altLang="ko-KR" dirty="0"/>
            </a:br>
            <a:r>
              <a:rPr lang="ko-KR" altLang="en-US" dirty="0"/>
              <a:t>데이터 </a:t>
            </a:r>
            <a:r>
              <a:rPr lang="ko-KR" altLang="en-US" dirty="0" err="1"/>
              <a:t>멜팅을</a:t>
            </a:r>
            <a:r>
              <a:rPr lang="ko-KR" altLang="en-US" dirty="0"/>
              <a:t> 통해 시각화 하기 편리하게 변경</a:t>
            </a:r>
            <a:br>
              <a:rPr lang="en-US" altLang="ko-KR" dirty="0"/>
            </a:br>
            <a:r>
              <a:rPr lang="ko-KR" altLang="en-US" dirty="0"/>
              <a:t>승차인원과 하차인원이 분리된 데이터를 하나의 컬럼으로 통합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시각화</a:t>
            </a:r>
            <a:br>
              <a:rPr lang="en-US" altLang="ko-KR" dirty="0"/>
            </a:br>
            <a:r>
              <a:rPr lang="ko-KR" altLang="en-US"/>
              <a:t>여러가지 주제로 시각화 할 예정이나 현재 일부 주제만 시각화 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4623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빅데이터 프로젝트 진행상황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최혁[컴퓨터정보공학과]</dc:creator>
  <cp:lastModifiedBy>최혁[컴퓨터정보공학과]</cp:lastModifiedBy>
  <cp:revision>1</cp:revision>
  <dcterms:created xsi:type="dcterms:W3CDTF">2025-11-08T12:58:08Z</dcterms:created>
  <dcterms:modified xsi:type="dcterms:W3CDTF">2025-11-08T13:04:28Z</dcterms:modified>
</cp:coreProperties>
</file>